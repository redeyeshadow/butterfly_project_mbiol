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0728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33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98F04-0D65-60EF-01F9-8E19E95D4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1D722-2F98-5A52-29EF-D2A90A329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65328-812E-96A2-F20A-4E64C9481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930C-C21D-47BA-AE6F-41D1C0D119B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1B3C8-990E-95F8-EADB-6F5FD0BD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49D41-D46E-6CB2-330C-3E77BBF97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EF29-59DE-4F9E-A702-141A67CB1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4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F5EC-7A64-A028-4EAD-57238C360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26175-7B29-C48E-8DDF-1E40989E8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2BD34-A317-3C53-C9CB-522FEAE07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930C-C21D-47BA-AE6F-41D1C0D119B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159BA-135E-4F34-629A-BE8D71B39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8A7CB-61C2-789F-5880-7C8CF520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EF29-59DE-4F9E-A702-141A67CB1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66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BB18-6C76-B97E-D48F-38832AD89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19DB8-9FC1-1185-6850-C127D7AD6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CC005-E61C-E45B-2D92-0B6F04C98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930C-C21D-47BA-AE6F-41D1C0D119B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F1F57-B7BF-88EC-EA49-6D2D4F21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28F4F-D630-3859-8A74-1384F55F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EF29-59DE-4F9E-A702-141A67CB1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6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1FFA-D214-AFEB-3C5F-E07F9ABE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9C959-446E-062F-7271-B9AD965D5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66C92-44EB-E45B-DD55-17C15AC63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44C90-B195-A787-6DBC-0D88F90B0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930C-C21D-47BA-AE6F-41D1C0D119B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870AE-CE68-B5C4-96BF-C5A45CD60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3DEE2-8C8B-3E03-5112-4EAF65CBE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EF29-59DE-4F9E-A702-141A67CB1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13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94D80-06B0-FAE5-68F5-F2FCE0EF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C73E3-D291-46E4-9511-6565F5898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E9109-98EE-E942-AC97-DB8EEF9CE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7DD43B-D8B4-6297-80A4-D265CE8F3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E1CEFA-DDA1-1B57-BFD6-0BDC4DCAD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F3794-5AE6-1976-9211-FF839FA87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930C-C21D-47BA-AE6F-41D1C0D119B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6F0F90-0075-A192-EC06-BFEF80F01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E81C2-1F3C-8998-DE6B-9377069D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EF29-59DE-4F9E-A702-141A67CB1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69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66778-64E5-B683-384A-5090BB80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35CDD-95BE-E853-2AC1-3B2F0554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930C-C21D-47BA-AE6F-41D1C0D119B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9568B-4A9C-94B9-BE9E-0CA5C1AB1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35B9F-56B1-61AD-6127-558E54194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EF29-59DE-4F9E-A702-141A67CB1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97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306EAC-7D67-D9CE-CE36-B7E35657E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930C-C21D-47BA-AE6F-41D1C0D119B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820C1-3AC5-DCF5-02F3-61C46DD48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AAA6C-5F48-6952-A609-DA646560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EF29-59DE-4F9E-A702-141A67CB1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5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1DB4-284E-2821-3E67-44792B978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14377-CB4F-6017-BD2E-37B66594C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8D9C79-F0DB-7583-5AF8-DDA25FB57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FFC0A-4ACA-BC42-0DFC-39889F1C9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930C-C21D-47BA-AE6F-41D1C0D119B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1E1B3-FF4A-3D80-2B3D-CBB500D0A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C3D47-DD63-6B04-C937-FCE2A32D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EF29-59DE-4F9E-A702-141A67CB1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8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C693-6F82-866B-5398-B53AE9D1B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FC06B8-3983-35A1-E24E-F21BBD014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7FAC1-DE24-6BE2-21BA-B8179C1E5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34D38-EDA3-C1A8-B894-57BBA358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930C-C21D-47BA-AE6F-41D1C0D119B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9AE50-78CE-DE86-C972-6352815C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10E14-B3CC-0A02-6CC4-8D2179B1C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EF29-59DE-4F9E-A702-141A67CB1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566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60B2A-8730-9320-BB80-8C1105141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1F26E-78BD-1214-897A-9029F79BE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45439-4EE5-E28E-CFCA-370221580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930C-C21D-47BA-AE6F-41D1C0D119B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71C18-3F65-87DA-4D83-4DBB6583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FD22B-70AF-1CB2-8896-203B0E5D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EF29-59DE-4F9E-A702-141A67CB1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74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8C2CE0-B2E5-E535-864B-8DC84F9F64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FB969-4EE9-3B49-EE4E-14F728B83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83A98-8B24-B5E5-7BDA-67FDED74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930C-C21D-47BA-AE6F-41D1C0D119B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F5A24-832C-274E-B6C8-D587CEA83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32600-2DA1-8D9B-04E6-110B40EDD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EF29-59DE-4F9E-A702-141A67CB1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8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94E71-1EF2-D36D-2054-9DBA99CE7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5E0D1-2F68-07FB-4BDA-4978E486A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BECE2-9328-16A6-9301-985A612859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F930C-C21D-47BA-AE6F-41D1C0D119B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AA4FD-0ECD-350A-0ED9-F74A06A10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74675-37D4-4DAA-B0B4-37009B2BC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FEF29-59DE-4F9E-A702-141A67CB1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1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A68DBB-30BB-0C6C-5636-19C2164ED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19" cy="6400813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CEBB22F8-F726-5F8E-AE03-8112EA90D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762" y="6177872"/>
            <a:ext cx="6770451" cy="624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   per unit latitude                                per °C                                        per Century                                      if Male 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GB" sz="1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Fitted Coefficient Log-wing </a:t>
            </a:r>
            <a:r>
              <a:rPr lang="en-GB" sz="11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</a:t>
            </a:r>
            <a:r>
              <a:rPr lang="en-GB" sz="1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ize </a:t>
            </a:r>
            <a:r>
              <a:rPr lang="en-GB" sz="11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lang="en-GB" sz="1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hange</a:t>
            </a:r>
            <a:endParaRPr lang="en-US" sz="11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  </a:t>
            </a:r>
            <a:endParaRPr lang="en-US" sz="11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647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Terry</dc:creator>
  <cp:lastModifiedBy>Christopher Terry</cp:lastModifiedBy>
  <cp:revision>1</cp:revision>
  <dcterms:created xsi:type="dcterms:W3CDTF">2025-11-17T12:40:02Z</dcterms:created>
  <dcterms:modified xsi:type="dcterms:W3CDTF">2025-11-17T12:44:30Z</dcterms:modified>
</cp:coreProperties>
</file>